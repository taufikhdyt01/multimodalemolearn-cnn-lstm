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5.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5.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4.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3.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1" Type="http://schemas.openxmlformats.org/officeDocument/2006/relationships/slide" Target="slides/slide122.xml"/><Relationship Id="rId132" Type="http://schemas.openxmlformats.org/officeDocument/2006/relationships/slide" Target="slides/slide124.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9.xml"/><Relationship Id="rId136" Type="http://schemas.openxmlformats.org/officeDocument/2006/relationships/slide" Target="slides/slide131.xml"/><Relationship Id="rId137" Type="http://schemas.openxmlformats.org/officeDocument/2006/relationships/slide" Target="slides/slide130.xml"/><Relationship Id="rId138" Type="http://schemas.openxmlformats.org/officeDocument/2006/relationships/slide" Target="slides/slide128.xml"/><Relationship Id="rId139" Type="http://schemas.openxmlformats.org/officeDocument/2006/relationships/slide" Target="slides/slide125.xml"/><Relationship Id="rId140" Type="http://schemas.openxmlformats.org/officeDocument/2006/relationships/slide" Target="slides/slide123.xml"/><Relationship Id="rId141"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