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86" r:id="rId136"/>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2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29.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8.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7.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 Id="rId136" Type="http://schemas.openxmlformats.org/officeDocument/2006/relationships/slide" Target="slides/slide1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&amp; Status Eksplorasi Lanjutan (8 Arah)</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8 arah eksplorasi disiapkan untuk memperkuat BAB eksperimen &amp; novelty tesis — 4 arahan dosen + 4 turunan paper ref.</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Arahan Dosen (4 item)</a:t>
            </a:r>
          </a:p>
          <a:p>
            <a:r>
              <a:rPr sz="400" b="0"/>
              <a:t/>
            </a:r>
          </a:p>
          <a:p>
            <a:r>
              <a:rPr sz="900" b="0"/>
              <a:t>★★★  1. GradCAM Evaluation — visualisasi fokus model di best Late Fusion TL + CNN TL (1-2 hari)</a:t>
            </a:r>
          </a:p>
          <a:p>
            <a:r>
              <a:rPr sz="900" b="0"/>
              <a:t>★★    2. Space Alignment — CCA/t-SNE antara CNN (256-d) vs FCNN (128-d) features (1 hari)</a:t>
            </a:r>
          </a:p>
          <a:p>
            <a:r>
              <a:rPr sz="900" b="0"/>
              <a:t>★★★★ 3. Attention Module — CBAM / Ghost / Triplet; target beat Late Fusion TL (4-6 hari)</a:t>
            </a:r>
          </a:p>
          <a:p>
            <a:r>
              <a:rPr sz="900" b="0"/>
              <a:t>★★★★ 4. Geometric Features (Liliana 2019) — 20-dim GF dari 10 facial components (2-3 hari)</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Turunan Paper Referensi (4 item)</a:t>
            </a:r>
          </a:p>
          <a:p>
            <a:r>
              <a:rPr sz="400" b="0"/>
              <a:t/>
            </a:r>
          </a:p>
          <a:p>
            <a:r>
              <a:rPr sz="900" b="1"/>
              <a:t>★★★★★ 5. Soft Label Training ✅ DONE — KL-div 0.517 vs Hard CE 0.427 (+0.09), nb 71</a:t>
            </a:r>
          </a:p>
          <a:p>
            <a:r>
              <a:rPr sz="900" b="0"/>
              <a:t>★★★★ 6. Fuzzy Rule-Based FEIS — replikasi Liliana 2019 non-DL baseline (2-3 hari)</a:t>
            </a:r>
          </a:p>
          <a:p>
            <a:r>
              <a:rPr sz="900" b="0"/>
              <a:t>★★★★★ 7. Geometric + Soft Label Combined — double-extension Liliana (4-5 hari)</a:t>
            </a:r>
          </a:p>
          <a:p>
            <a:r>
              <a:rPr sz="900" b="0"/>
              <a:t>★★    8. GCN Preprocessing Ablation — Pitaloka 2017 quick win (0.5-1 hari)</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tertinggi (★★★★★): (5) Soft Label DONE, (7) Geometric + Soft Label Combined</a:t>
            </a:r>
          </a:p>
          <a:p>
            <a:r>
              <a:rPr sz="300" b="0"/>
              <a:t/>
            </a:r>
          </a:p>
          <a:p>
            <a:r>
              <a:rPr sz="950" b="0"/>
              <a:t>Next step konkret: notebook 72_soft_label_late_fusion.ipynb — extend soft label ke Late Fusion TL 4c + B3 (potensi beat 0.521).</a:t>
            </a:r>
          </a:p>
          <a:p>
            <a:r>
              <a:rPr sz="900" b="0"/>
              <a:t>Detail lengkap + matriks eksperimen: docs/eksplorasi_lanjutan.md</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a:t>Status: 1/8 DONE (Soft Label) | 7/8 planning — Total estimasi ~15-25 hari eksperimen jika semua diambil</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